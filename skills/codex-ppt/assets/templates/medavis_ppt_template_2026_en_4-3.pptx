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4"/>
  </p:notesMasterIdLst>
  <p:handoutMasterIdLst>
    <p:handoutMasterId r:id="rId5"/>
  </p:handoutMasterIdLst>
  <p:sldIdLst>
    <p:sldId id="269" r:id="rId2"/>
    <p:sldId id="271" r:id="rId11"/>
    <p:sldId id="270" r:id="rId3"/>
  </p:sldIdLst>
  <p:sldSz cx="9144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48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udia Paul" initials="CP" lastIdx="12" clrIdx="0">
    <p:extLst>
      <p:ext uri="{19B8F6BF-5375-455C-9EA6-DF929625EA0E}">
        <p15:presenceInfo xmlns:p15="http://schemas.microsoft.com/office/powerpoint/2012/main" userId="S::claudia.paul@medavis.de::4c44d24d-df9a-4d0b-b6a9-1a94ea018f3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3"/>
    <a:srgbClr val="4D4D4D"/>
    <a:srgbClr val="FAFBF8"/>
    <a:srgbClr val="8FB61B"/>
    <a:srgbClr val="00B6ED"/>
    <a:srgbClr val="2D3C4B"/>
    <a:srgbClr val="F7F7F7"/>
    <a:srgbClr val="FFFFFF"/>
    <a:srgbClr val="EDEDED"/>
    <a:srgbClr val="555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069" autoAdjust="0"/>
  </p:normalViewPr>
  <p:slideViewPr>
    <p:cSldViewPr>
      <p:cViewPr varScale="1">
        <p:scale>
          <a:sx n="125" d="100"/>
          <a:sy n="125" d="100"/>
        </p:scale>
        <p:origin x="216" y="64"/>
      </p:cViewPr>
      <p:guideLst>
        <p:guide orient="horz" pos="248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8442"/>
    </p:cViewPr>
  </p:sorterViewPr>
  <p:notesViewPr>
    <p:cSldViewPr>
      <p:cViewPr varScale="1">
        <p:scale>
          <a:sx n="62" d="100"/>
          <a:sy n="62" d="100"/>
        </p:scale>
        <p:origin x="3154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B8927E-0E31-4210-8B13-137B3390E9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F2B9F8-1982-4D9E-ADBF-F22F03EC7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77FD4-9FBE-4907-8FBA-962548D89053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272EBF-3B10-41E7-9AA4-752393BC6E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077704-FBCE-46A8-8DA9-0B967DE628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00FC6-CA37-4BC5-9118-043BFE07ED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114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470E0B-3C24-4496-A60B-544EF92B7C83}" type="datetimeFigureOut">
              <a:rPr lang="de-DE"/>
              <a:pPr>
                <a:defRPr/>
              </a:pPr>
              <a:t>13.08.2026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D9A30A3-8C2E-43F9-8E65-9286F1BA9A5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9667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DE34CAA-9E35-4FF1-8E9D-7919F74FD2D3}"/>
              </a:ext>
            </a:extLst>
          </p:cNvPr>
          <p:cNvSpPr/>
          <p:nvPr userDrawn="1"/>
        </p:nvSpPr>
        <p:spPr>
          <a:xfrm>
            <a:off x="-14853" y="-4871"/>
            <a:ext cx="9152438" cy="6858000"/>
          </a:xfrm>
          <a:prstGeom prst="rect">
            <a:avLst/>
          </a:prstGeom>
          <a:solidFill>
            <a:srgbClr val="EF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8">
            <a:extLst>
              <a:ext uri="{FF2B5EF4-FFF2-40B4-BE49-F238E27FC236}">
                <a16:creationId xmlns:a16="http://schemas.microsoft.com/office/drawing/2014/main" id="{0545E081-28FE-4579-9176-45E1DB17AD85}"/>
              </a:ext>
            </a:extLst>
          </p:cNvPr>
          <p:cNvSpPr/>
          <p:nvPr userDrawn="1"/>
        </p:nvSpPr>
        <p:spPr>
          <a:xfrm>
            <a:off x="-14854" y="1537707"/>
            <a:ext cx="9152439" cy="3937499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453C977-5B32-4F4D-8664-651461339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4" t="-5914" r="-814" b="-6888"/>
          <a:stretch/>
        </p:blipFill>
        <p:spPr>
          <a:xfrm>
            <a:off x="2483768" y="1851670"/>
            <a:ext cx="4176463" cy="936104"/>
          </a:xfrm>
          <a:prstGeom prst="rect">
            <a:avLst/>
          </a:prstGeom>
        </p:spPr>
      </p:pic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-14853" y="2850965"/>
            <a:ext cx="9152438" cy="72889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200" b="0">
                <a:solidFill>
                  <a:srgbClr val="4A772B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noProof="0"/>
              <a:t>Insert title here</a:t>
            </a:r>
          </a:p>
        </p:txBody>
      </p:sp>
      <p:sp>
        <p:nvSpPr>
          <p:cNvPr id="12" name="Rechteck 3">
            <a:extLst>
              <a:ext uri="{FF2B5EF4-FFF2-40B4-BE49-F238E27FC236}">
                <a16:creationId xmlns:a16="http://schemas.microsoft.com/office/drawing/2014/main" id="{0E605F84-B3D5-4628-BDA6-B6DC28200D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2438" y="6606908"/>
            <a:ext cx="3065895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050" noProof="0" dirty="0">
                <a:solidFill>
                  <a:schemeClr val="accent1"/>
                </a:solidFill>
                <a:latin typeface="+mn-lt"/>
              </a:rPr>
              <a:t>© 2026 medavis GmbH.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5636828"/>
      </p:ext>
    </p:extLst>
  </p:cSld>
  <p:clrMapOvr>
    <a:masterClrMapping/>
  </p:clrMapOvr>
  <p:transition spd="slow" advClick="0" advTm="4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8">
            <a:extLst>
              <a:ext uri="{FF2B5EF4-FFF2-40B4-BE49-F238E27FC236}">
                <a16:creationId xmlns:a16="http://schemas.microsoft.com/office/drawing/2014/main" id="{0545E081-28FE-4579-9176-45E1DB17AD85}"/>
              </a:ext>
            </a:extLst>
          </p:cNvPr>
          <p:cNvSpPr/>
          <p:nvPr userDrawn="1"/>
        </p:nvSpPr>
        <p:spPr>
          <a:xfrm>
            <a:off x="-14854" y="1537707"/>
            <a:ext cx="9152439" cy="3937499"/>
          </a:xfrm>
          <a:prstGeom prst="rect">
            <a:avLst/>
          </a:prstGeom>
          <a:solidFill>
            <a:srgbClr val="658E1E">
              <a:alpha val="1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453C977-5B32-4F4D-8664-651461339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4" t="-5914" r="-814" b="-6888"/>
          <a:stretch/>
        </p:blipFill>
        <p:spPr>
          <a:xfrm>
            <a:off x="2483768" y="1851670"/>
            <a:ext cx="4176463" cy="936104"/>
          </a:xfrm>
          <a:prstGeom prst="rect">
            <a:avLst/>
          </a:prstGeom>
        </p:spPr>
      </p:pic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-14853" y="2850965"/>
            <a:ext cx="9152438" cy="72889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200" b="0">
                <a:solidFill>
                  <a:srgbClr val="4A772B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12" name="Rechteck 3">
            <a:extLst>
              <a:ext uri="{FF2B5EF4-FFF2-40B4-BE49-F238E27FC236}">
                <a16:creationId xmlns:a16="http://schemas.microsoft.com/office/drawing/2014/main" id="{0E605F84-B3D5-4628-BDA6-B6DC28200D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2438" y="6606908"/>
            <a:ext cx="3065895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050" noProof="0" dirty="0">
                <a:solidFill>
                  <a:schemeClr val="accent1"/>
                </a:solidFill>
                <a:latin typeface="+mn-lt"/>
              </a:rPr>
              <a:t>© 2026 medavis GmbH.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6876698"/>
      </p:ext>
    </p:extLst>
  </p:cSld>
  <p:clrMapOvr>
    <a:masterClrMapping/>
  </p:clrMapOvr>
  <p:transition spd="slow" advClick="0" advTm="4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Überschrift_Unter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858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DC37952-61C8-47AB-86F9-D3B6F6F2C95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1520" y="804107"/>
            <a:ext cx="4716607" cy="330424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1600" b="0">
                <a:solidFill>
                  <a:schemeClr val="tx1"/>
                </a:solidFill>
                <a:latin typeface="+mn-lt"/>
                <a:ea typeface="Verdana" pitchFamily="34" charset="0"/>
                <a:cs typeface="Encode Sans Semi Expanded Mediu" panose="00000605000000000000" pitchFamily="2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04179E9-E32A-4CF3-AC4C-4F1DB47DC1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1347615"/>
            <a:ext cx="8596267" cy="5309441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10AE28E0-CE3D-4CF8-839A-3C54DC14E3C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00A5CDC-FE6C-B4C3-B776-948163E070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63008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Überschrif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67C48E46-7DD7-4A46-8FA6-209A7096B7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1520" y="980719"/>
            <a:ext cx="8596267" cy="5676337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858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16ED49-F4B3-4D9C-8A85-72D817AC26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E42ADC2-0396-702F-1F82-0C171B962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0788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Überschrift-2-zeilig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9247BC91-33B6-422B-AC2C-D860C2B01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1137291"/>
            <a:ext cx="8596267" cy="5519765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400">
                <a:solidFill>
                  <a:srgbClr val="4D4D4D"/>
                </a:solidFill>
              </a:defRPr>
            </a:lvl1pPr>
            <a:lvl2pPr marL="742950" indent="-28575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200">
                <a:solidFill>
                  <a:srgbClr val="4D4D4D"/>
                </a:solidFill>
              </a:defRPr>
            </a:lvl2pPr>
            <a:lvl3pPr marL="11430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100">
                <a:solidFill>
                  <a:srgbClr val="4D4D4D"/>
                </a:solidFill>
              </a:defRPr>
            </a:lvl3pPr>
            <a:lvl4pPr marL="16002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1050">
                <a:solidFill>
                  <a:srgbClr val="4D4D4D"/>
                </a:solidFill>
              </a:defRPr>
            </a:lvl4pPr>
            <a:lvl5pPr marL="2057400" indent="-228600">
              <a:spcAft>
                <a:spcPts val="800"/>
              </a:spcAft>
              <a:buClr>
                <a:srgbClr val="4A772B"/>
              </a:buClr>
              <a:buSzPct val="95000"/>
              <a:buFont typeface="Calibri" panose="020F0502020204030204" pitchFamily="34" charset="0"/>
              <a:buChar char="●"/>
              <a:defRPr sz="900">
                <a:solidFill>
                  <a:srgbClr val="4D4D4D"/>
                </a:solidFill>
              </a:defRPr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layer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layer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layer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9903287-6EFC-4699-B3B4-61254B1B0FE1}"/>
              </a:ext>
            </a:extLst>
          </p:cNvPr>
          <p:cNvSpPr/>
          <p:nvPr userDrawn="1"/>
        </p:nvSpPr>
        <p:spPr>
          <a:xfrm rot="5400000">
            <a:off x="4127662" y="-4124487"/>
            <a:ext cx="888676" cy="10858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78438BF-08D5-402B-8D68-29DCDABAB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0972" y="117416"/>
            <a:ext cx="6292011" cy="768374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 noProof="0" dirty="0"/>
              <a:t>Edit title master format for a </a:t>
            </a:r>
            <a:r>
              <a:rPr lang="en-GB" noProof="0" dirty="0" err="1"/>
              <a:t>looooooooong</a:t>
            </a:r>
            <a:r>
              <a:rPr lang="en-GB" noProof="0" dirty="0"/>
              <a:t> title by clicking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37ACC41-C3FD-65C7-E618-E96945A617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3383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0DD49FF-D6F2-4B01-A64B-1885E1DCE909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858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93D01B4C-9110-4B64-A9B4-53166807D9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47C6526-D87A-A623-F994-2FCBF153F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3005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Leer_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7B0EBF8A-4D62-4FE9-9390-F0B5CC8C4CE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09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869E61E-42DB-524A-E712-A9A6BBE8D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2451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0FB83A9E-3D2D-48D9-9AF1-586A70A6209B}"/>
              </a:ext>
            </a:extLst>
          </p:cNvPr>
          <p:cNvSpPr/>
          <p:nvPr userDrawn="1"/>
        </p:nvSpPr>
        <p:spPr>
          <a:xfrm rot="5400000">
            <a:off x="4187813" y="-4184638"/>
            <a:ext cx="768374" cy="10858502"/>
          </a:xfrm>
          <a:prstGeom prst="rect">
            <a:avLst/>
          </a:prstGeom>
          <a:solidFill>
            <a:srgbClr val="F6F8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200" dirty="0">
              <a:solidFill>
                <a:schemeClr val="lt1"/>
              </a:solidFill>
              <a:latin typeface="Encode Sans Semi Expanded Mediu" panose="00000605000000000000" pitchFamily="2" charset="0"/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695B18AF-9F83-43A8-8E87-3A7C9006E3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206644"/>
            <a:ext cx="5840317" cy="43204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200">
                <a:solidFill>
                  <a:srgbClr val="4A772B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Edit title master format by clicking</a:t>
            </a:r>
            <a:endParaRPr lang="de-DE" dirty="0"/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691E95A9-EE2C-47A6-9236-5045A9BBC5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06457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277C2656-5034-4906-917B-7217A59FAE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52903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6168E485-EEC8-4FB8-905D-CEA2F9B551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00913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11DD48D-69B4-4985-A5CA-E71FD346C0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1520" y="1173429"/>
            <a:ext cx="1799237" cy="2507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9C65C85-9FE5-40CE-829F-B0F64664BD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3790051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A3635F3-207A-412F-85A0-7DCAC7FE25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1520" y="4222099"/>
            <a:ext cx="1799237" cy="2506588"/>
          </a:xfrm>
          <a:prstGeom prst="rect">
            <a:avLst/>
          </a:prstGeom>
          <a:noFill/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buNone/>
              <a:defRPr sz="110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F9B466E-171C-4ACA-B069-51ED6C476D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15982" y="3790051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C4981A79-268C-4E63-8AE9-B4800FD5D2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26725" y="4222099"/>
            <a:ext cx="1799237" cy="25065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C2112C03-F314-485A-83C1-7687CABB1D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52903" y="3783066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E2ACE539-5D03-4CC7-A667-533857EBD8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52903" y="4222718"/>
            <a:ext cx="1799237" cy="25065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FCDA829E-AA1A-40A6-B705-B21872602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08941" y="3783066"/>
            <a:ext cx="1799237" cy="36004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5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B88C4334-A405-41E5-B600-027C6E355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6457" y="4222099"/>
            <a:ext cx="1799237" cy="250658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de-DE" sz="1100" dirty="0">
                <a:solidFill>
                  <a:srgbClr val="4D4D4D"/>
                </a:solidFill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A9BD8BB-D505-1540-30C9-F159516C2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94072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8">
            <a:extLst>
              <a:ext uri="{FF2B5EF4-FFF2-40B4-BE49-F238E27FC236}">
                <a16:creationId xmlns:a16="http://schemas.microsoft.com/office/drawing/2014/main" id="{642F2838-FAA0-BAF2-80EC-B36C34A512AB}"/>
              </a:ext>
            </a:extLst>
          </p:cNvPr>
          <p:cNvSpPr/>
          <p:nvPr userDrawn="1"/>
        </p:nvSpPr>
        <p:spPr>
          <a:xfrm>
            <a:off x="-14854" y="1537707"/>
            <a:ext cx="9152439" cy="3937499"/>
          </a:xfrm>
          <a:prstGeom prst="rect">
            <a:avLst/>
          </a:prstGeom>
          <a:solidFill>
            <a:srgbClr val="658E1E">
              <a:alpha val="1019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FE7F1FC1-8A07-42EC-9ACD-9143DDDC50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03648" y="2625550"/>
            <a:ext cx="6336704" cy="917716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de-DE" dirty="0"/>
              <a:t>Edit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52C27CB-6A69-4A17-A678-8AEEF870628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-14854" y="1814608"/>
            <a:ext cx="9152438" cy="77108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None/>
              <a:defRPr sz="2800" b="0">
                <a:solidFill>
                  <a:schemeClr val="accent1"/>
                </a:solidFill>
                <a:latin typeface="+mn-lt"/>
                <a:ea typeface="Verdana" pitchFamily="34" charset="0"/>
                <a:cs typeface="Calibri Light" panose="020F0302020204030204" pitchFamily="34" charset="0"/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Clr>
                <a:srgbClr val="42637B"/>
              </a:buClr>
              <a:buSzPct val="100000"/>
              <a:buFont typeface="Wingdings" panose="05000000000000000000" pitchFamily="2" charset="2"/>
              <a:buChar char="§"/>
              <a:defRPr sz="1800">
                <a:solidFill>
                  <a:srgbClr val="42637B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en-US" dirty="0"/>
              <a:t>Edit title master format by clicking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9CA24F8-FEB0-A84C-ABDB-29FE34180B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0753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6B2B744-E0A0-49A7-B769-6DEED2C39F7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0" t="-17240" r="-2828" b="-18199"/>
          <a:stretch/>
        </p:blipFill>
        <p:spPr>
          <a:xfrm>
            <a:off x="7236296" y="195486"/>
            <a:ext cx="165618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9" r:id="rId2"/>
    <p:sldLayoutId id="2147483729" r:id="rId3"/>
    <p:sldLayoutId id="2147483730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40" r:id="rId12"/>
  </p:sldLayoutIdLst>
  <p:transition spd="slow" advClick="0" advTm="4000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jpg"/><Relationship Id="rId3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747F1673-9835-6371-2A9F-4BF6092F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952750"/>
            <a:ext cx="7315200" cy="609600"/>
          </a:xfrm>
        </p:spPr>
        <p:txBody>
          <a:bodyPr/>
          <a:lstStyle/>
          <a:p>
            <a:r>
              <a:rPr lang="en-US" sz="2800" b="1" dirty="0"/>
              <a:t>&lt;PPT-Title&gt;</a:t>
            </a:r>
          </a:p>
        </p:txBody>
      </p:sp>
    </p:spTree>
    <p:extLst>
      <p:ext uri="{BB962C8B-B14F-4D97-AF65-F5344CB8AC3E}">
        <p14:creationId xmlns:p14="http://schemas.microsoft.com/office/powerpoint/2010/main" val="59323006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3DEAA2-70C6-6ABF-CE8A-48A597210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7552" y="1033272"/>
            <a:ext cx="7168896" cy="1444752"/>
          </a:xfrm>
          <a:prstGeom prst="round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11FF0-8E2C-380C-164F-F738AFFA8884}"/>
              </a:ext>
            </a:extLst>
          </p:cNvPr>
          <p:cNvSpPr txBox="1"/>
          <p:nvPr/>
        </p:nvSpPr>
        <p:spPr>
          <a:xfrm>
            <a:off x="1188720" y="1234440"/>
            <a:ext cx="676656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 sz="2800" b="1">
                <a:solidFill>
                  <a:schemeClr val="accent6"/>
                </a:solidFill>
                <a:latin typeface="Verdana"/>
              </a:rPr>
              <a:t>Thank You For Your Patience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FF02F-4D94-5484-048D-67727ABAA7E9}"/>
              </a:ext>
            </a:extLst>
          </p:cNvPr>
          <p:cNvSpPr txBox="1"/>
          <p:nvPr/>
        </p:nvSpPr>
        <p:spPr>
          <a:xfrm>
            <a:off x="1188720" y="1773936"/>
            <a:ext cx="676656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altLang="zh-CN" dirty="0" sz="2200" b="1">
                <a:solidFill>
                  <a:schemeClr val="accent2"/>
                </a:solidFill>
                <a:latin typeface="Verdana"/>
              </a:rPr>
              <a:t>Vielen Dank für Ihre Geduld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667" y="256032"/>
            <a:ext cx="1895301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2240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2_medavis_Präsentationsvorlage_16-9_de_2014">
  <a:themeElements>
    <a:clrScheme name="medavis Farbschema">
      <a:dk1>
        <a:srgbClr val="333F4C"/>
      </a:dk1>
      <a:lt1>
        <a:srgbClr val="FFFFFF"/>
      </a:lt1>
      <a:dk2>
        <a:srgbClr val="005674"/>
      </a:dk2>
      <a:lt2>
        <a:srgbClr val="F6F8F3"/>
      </a:lt2>
      <a:accent1>
        <a:srgbClr val="4A772B"/>
      </a:accent1>
      <a:accent2>
        <a:srgbClr val="658E1E"/>
      </a:accent2>
      <a:accent3>
        <a:srgbClr val="79AA00"/>
      </a:accent3>
      <a:accent4>
        <a:srgbClr val="00B6ED"/>
      </a:accent4>
      <a:accent5>
        <a:srgbClr val="0083BF"/>
      </a:accent5>
      <a:accent6>
        <a:srgbClr val="006CA9"/>
      </a:accent6>
      <a:hlink>
        <a:srgbClr val="4A772B"/>
      </a:hlink>
      <a:folHlink>
        <a:srgbClr val="4A772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avis_presentationtemplate_2025_en_16-9.potx" id="{D60FEC4E-6FC4-4E4C-9B53-A6C8DED61113}" vid="{B93649F9-494B-4652-B54B-674C3538DFB6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medavis_ppt_template_2026_en_16-9</Template>
  <TotalTime>0</TotalTime>
  <Words>13</Words>
  <Application>Microsoft Office PowerPoint</Application>
  <PresentationFormat>On-screen Show (16:9)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Encode Sans Semi Expanded Mediu</vt:lpstr>
      <vt:lpstr>Arial</vt:lpstr>
      <vt:lpstr>Calibri</vt:lpstr>
      <vt:lpstr>Calibri Light</vt:lpstr>
      <vt:lpstr>Verdana</vt:lpstr>
      <vt:lpstr>Wingdings</vt:lpstr>
      <vt:lpstr>2_medavis_Präsentationsvorlage_16-9_de_2014</vt:lpstr>
      <vt:lpstr>PowerPoint Presentation</vt:lpstr>
      <vt:lpstr>PowerPoint Presentation</vt:lpstr>
      <vt:lpstr>Blank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Shen</dc:creator>
  <cp:lastModifiedBy>Raymond Shen</cp:lastModifiedBy>
  <cp:revision>3</cp:revision>
  <dcterms:created xsi:type="dcterms:W3CDTF">2026-08-12T06:44:24Z</dcterms:created>
  <dcterms:modified xsi:type="dcterms:W3CDTF">2026-08-13T03:16:26Z</dcterms:modified>
</cp:coreProperties>
</file>